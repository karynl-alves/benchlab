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BenchLab_Proposta.docx
- PowerPoint toolbox.pptx (Avanade Brand)
- Brand Guidelines.pdf (Avanade, September 2024)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BenchLab_Proposta.docx
- PowerPoint toolbox.pptx (Avanade Brand)
- Brand Guidelines.pdf (Avanade, September 2024)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BenchLab_Proposta.docx
- PowerPoint toolbox.pptx (Avanade Brand)
- Brand Guidelines.pdf (Avanade, September 2024)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BenchLab_Proposta.docx
- PowerPoint toolbox.pptx (Avanade Brand)
- Brand Guidelines.pdf (Avanade, September 2024)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BenchLab_Proposta.docx
- PowerPoint toolbox.pptx (Avanade Brand)
- Brand Guidelines.pdf (Avanade, September 2024)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5800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BenchLab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85800" y="224028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Laboratório de aprendizagem,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experimentação e inovação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36118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Transformar o período de bench em espaço para curiosidade, colaboração e desenvolvimento profissional.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 rot="1320000">
            <a:off x="6583680" y="320040"/>
            <a:ext cx="5120640" cy="5120640"/>
          </a:xfrm>
          <a:prstGeom prst="arc">
            <a:avLst/>
          </a:prstGeom>
          <a:solidFill>
            <a:srgbClr val="FFB314">
              <a:alpha val="0"/>
            </a:srgbClr>
          </a:solidFill>
          <a:ln w="228600">
            <a:solidFill>
              <a:srgbClr val="FFB314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2300000">
            <a:off x="7040880" y="1051560"/>
            <a:ext cx="4480560" cy="4480560"/>
          </a:xfrm>
          <a:prstGeom prst="arc">
            <a:avLst/>
          </a:prstGeom>
          <a:solidFill>
            <a:srgbClr val="890078">
              <a:alpha val="0"/>
            </a:srgbClr>
          </a:solidFill>
          <a:ln w="228600">
            <a:solidFill>
              <a:srgbClr val="8900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51206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APRENDER  ·  EXPLORAR  ·  CRIAR  ·  COMPARTILHAR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©2026 Avanade Inc. All Rights Reserved.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155680" y="651052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1/5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C4C4C"/>
                </a:solidFill>
              </a:rPr>
              <a:t>Não é uma fábrica de projetos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</a:rPr>
              <a:t>É um campo de criação inspirado em universidades, laboratórios de pesquisa e comunidades técnicas.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0080" cy="64008"/>
          </a:xfrm>
          <a:prstGeom prst="rect">
            <a:avLst/>
          </a:prstGeom>
          <a:solidFill>
            <a:srgbClr val="FF5800"/>
          </a:solidFill>
          <a:ln w="12700">
            <a:solidFill>
              <a:srgbClr val="FF58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011680"/>
            <a:ext cx="5029200" cy="1234440"/>
          </a:xfrm>
          <a:prstGeom prst="roundRect">
            <a:avLst/>
          </a:prstGeom>
          <a:solidFill>
            <a:srgbClr val="E5E5E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4C4C"/>
                </a:solidFill>
              </a:rPr>
              <a:t>Modelo tradicional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66666"/>
                </a:solidFill>
              </a:rPr>
              <a:t>Prazo  ·  Escopo  ·  Produção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0" y="2011680"/>
            <a:ext cx="5029200" cy="2011680"/>
          </a:xfrm>
          <a:prstGeom prst="roundRect">
            <a:avLst/>
          </a:prstGeom>
          <a:solidFill>
            <a:srgbClr val="FF5800"/>
          </a:solidFill>
          <a:ln w="12700">
            <a:solidFill>
              <a:srgbClr val="FF5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BenchLab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766560" y="286207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Curiosidade  ·  Descoberta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Aprendizado  ·  Compartilhamento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742432" y="2468880"/>
            <a:ext cx="502920" cy="640080"/>
          </a:xfrm>
          <a:prstGeom prst="chevron">
            <a:avLst/>
          </a:prstGeom>
          <a:solidFill>
            <a:srgbClr val="FF5800"/>
          </a:solidFill>
          <a:ln w="12700">
            <a:solidFill>
              <a:srgbClr val="FF5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7548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4C4C4C"/>
                </a:solidFill>
              </a:rPr>
              <a:t>A entrega pode acontecer, mas é consequência da exploração.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</a:rPr>
              <a:t>©2026 Avanade Inc. All Rights Reserved.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155680" y="651052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</a:rPr>
              <a:t>2/5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C4C4C"/>
                </a:solidFill>
              </a:rPr>
              <a:t>Um ecossistema aberto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</a:rPr>
              <a:t>Pessoas entram para investigar, experimentar, aprender e compartilhar.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0080" cy="64008"/>
          </a:xfrm>
          <a:prstGeom prst="rect">
            <a:avLst/>
          </a:prstGeom>
          <a:solidFill>
            <a:srgbClr val="FF5800"/>
          </a:solidFill>
          <a:ln w="12700">
            <a:solidFill>
              <a:srgbClr val="FF58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2148840"/>
            <a:ext cx="1005840" cy="1005840"/>
          </a:xfrm>
          <a:prstGeom prst="ellipse">
            <a:avLst/>
          </a:prstGeom>
          <a:solidFill>
            <a:srgbClr val="FF5800"/>
          </a:solidFill>
          <a:ln w="12700">
            <a:solidFill>
              <a:srgbClr val="FF5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24688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C4C4C"/>
                </a:solidFill>
              </a:rPr>
              <a:t>Ideias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3886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Perguntas, desafios e oportunidades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27248" y="2423160"/>
            <a:ext cx="411480" cy="457200"/>
          </a:xfrm>
          <a:prstGeom prst="chevron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2148840"/>
            <a:ext cx="1005840" cy="1005840"/>
          </a:xfrm>
          <a:prstGeom prst="ellipse">
            <a:avLst/>
          </a:prstGeom>
          <a:solidFill>
            <a:srgbClr val="F3F3F3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24688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5800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C4C4C"/>
                </a:solidFill>
              </a:rPr>
              <a:t>Exploração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566160" y="3886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Pesquisa, conversas e hipóteses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61888" y="2423160"/>
            <a:ext cx="411480" cy="457200"/>
          </a:xfrm>
          <a:prstGeom prst="chevron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86600" y="2148840"/>
            <a:ext cx="1005840" cy="1005840"/>
          </a:xfrm>
          <a:prstGeom prst="ellipse">
            <a:avLst/>
          </a:prstGeom>
          <a:solidFill>
            <a:srgbClr val="F3F3F3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24688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5800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C4C4C"/>
                </a:solidFill>
              </a:rPr>
              <a:t>Experimentação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00800" y="3886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Protótipos, estudos e testes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796528" y="2423160"/>
            <a:ext cx="411480" cy="457200"/>
          </a:xfrm>
          <a:prstGeom prst="chevron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21240" y="2148840"/>
            <a:ext cx="1005840" cy="1005840"/>
          </a:xfrm>
          <a:prstGeom prst="ellipse">
            <a:avLst/>
          </a:prstGeom>
          <a:solidFill>
            <a:srgbClr val="F3F3F3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21240" y="24688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5800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3544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C4C4C"/>
                </a:solidFill>
              </a:rPr>
              <a:t>Conhecimento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3886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Registro e compartilhamento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</a:rPr>
              <a:t>©2026 Avanade Inc. All Rights Reserved.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155680" y="651052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</a:rPr>
              <a:t>3/5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C4C4C"/>
                </a:solidFill>
              </a:rPr>
              <a:t>Resultados em diferentes formas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</a:rPr>
              <a:t>Nem toda iniciativa precisa virar produto. O conhecimento também é um resultado.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0080" cy="64008"/>
          </a:xfrm>
          <a:prstGeom prst="rect">
            <a:avLst/>
          </a:prstGeom>
          <a:solidFill>
            <a:srgbClr val="FF5800"/>
          </a:solidFill>
          <a:ln w="12700">
            <a:solidFill>
              <a:srgbClr val="FF58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57400"/>
            <a:ext cx="5166360" cy="1234440"/>
          </a:xfrm>
          <a:prstGeom prst="roundRect">
            <a:avLst/>
          </a:prstGeom>
          <a:solidFill>
            <a:srgbClr val="FF5800"/>
          </a:solidFill>
          <a:ln w="12700">
            <a:solidFill>
              <a:srgbClr val="FF5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3042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Protótipos e PoCs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77063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Explorar hipóteses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2057400"/>
            <a:ext cx="5166360" cy="1234440"/>
          </a:xfrm>
          <a:prstGeom prst="roundRect">
            <a:avLst/>
          </a:prstGeom>
          <a:solidFill>
            <a:srgbClr val="F3F3F3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3042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4C4C"/>
                </a:solidFill>
              </a:rPr>
              <a:t>Estudos e guias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277063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Registrar descobertas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657600"/>
            <a:ext cx="5166360" cy="1234440"/>
          </a:xfrm>
          <a:prstGeom prst="roundRect">
            <a:avLst/>
          </a:prstGeom>
          <a:solidFill>
            <a:srgbClr val="F3F3F3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9044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4C4C"/>
                </a:solidFill>
              </a:rPr>
              <a:t>Labs e workshops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437083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Compartilhar conhecimento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0" y="3657600"/>
            <a:ext cx="5166360" cy="1234440"/>
          </a:xfrm>
          <a:prstGeom prst="roundRect">
            <a:avLst/>
          </a:prstGeom>
          <a:solidFill>
            <a:srgbClr val="F3F3F3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39044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4C4C"/>
                </a:solidFill>
              </a:rPr>
              <a:t>Ferramentas e aceleradores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75120" y="437083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Reutilizar valor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54406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4C4C"/>
                </a:solidFill>
              </a:rPr>
              <a:t>O valor principal está nas pessoas mais preparadas, nas ideias mais maduras e no conhecimento que permanece.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</a:rPr>
              <a:t>©2026 Avanade Inc. All Rights Reserved.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155680" y="651052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</a:rPr>
              <a:t>4/5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C4C4C"/>
                </a:solidFill>
              </a:rPr>
              <a:t>Piloto de três meses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</a:rPr>
              <a:t>Começar pequeno para aprender como o próprio BenchLab deve evoluir.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0080" cy="64008"/>
          </a:xfrm>
          <a:prstGeom prst="rect">
            <a:avLst/>
          </a:prstGeom>
          <a:solidFill>
            <a:srgbClr val="FF5800"/>
          </a:solidFill>
          <a:ln w="12700">
            <a:solidFill>
              <a:srgbClr val="FF5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5800"/>
                </a:solidFill>
              </a:rPr>
              <a:t>01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17320" y="20116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4C4C"/>
                </a:solidFill>
              </a:rPr>
              <a:t>2–3 frentes de exploração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417320" y="2487168"/>
            <a:ext cx="4389120" cy="1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8529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5800"/>
                </a:solidFill>
              </a:rPr>
              <a:t>02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17320" y="28529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4C4C"/>
                </a:solidFill>
              </a:rPr>
              <a:t>Banco aberto de ideias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417320" y="3328416"/>
            <a:ext cx="4389120" cy="1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941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5800"/>
                </a:solidFill>
              </a:rPr>
              <a:t>03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17320" y="369417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4C4C"/>
                </a:solidFill>
              </a:rPr>
              <a:t>Participação flexível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417320" y="4169664"/>
            <a:ext cx="4389120" cy="1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354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5800"/>
                </a:solidFill>
              </a:rPr>
              <a:t>04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17320" y="453542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4C4C"/>
                </a:solidFill>
              </a:rPr>
              <a:t>Aprendizado observado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417320" y="5010912"/>
            <a:ext cx="4389120" cy="1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1965960"/>
            <a:ext cx="4663440" cy="3383280"/>
          </a:xfrm>
          <a:prstGeom prst="roundRect">
            <a:avLst/>
          </a:prstGeom>
          <a:solidFill>
            <a:srgbClr val="FF5800"/>
          </a:solidFill>
          <a:ln w="12700">
            <a:solidFill>
              <a:srgbClr val="FF5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5160" y="24688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 piloto também é um experimento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086600" y="37947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Validar a experiência antes de formalizar o modelo.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</a:rPr>
              <a:t>©2026 Avanade Inc. All Rights Reserved.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155680" y="651052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</a:rPr>
              <a:t>5/5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5fae8262-b78e-4366-8929-a5d6aac95320}" enabled="1" method="Privileged" siteId="{cf36141c-ddd7-45a7-b073-111f66d0b30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PptxGenJS Presentation</dc:title>
  <dc:subject>PptxGenJS Presentation</dc:subject>
  <dc:creator>Karyn Lais Alves</dc:creator>
  <lastModifiedBy>Karyn Lais Alves</lastModifiedBy>
  <revision>1</revision>
  <dcterms:created xsi:type="dcterms:W3CDTF">2026-10-08T18:56:34.1348627Z</dcterms:created>
  <dcterms:modified xsi:type="dcterms:W3CDTF">2026-10-08T18:56:34.1348627Z</dcterms:modified>
</coreProperties>
</file>